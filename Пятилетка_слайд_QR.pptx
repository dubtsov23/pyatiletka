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Игра «Пятилетка» на телефонах (вставить после слайда с правилами). Пока команды сканируют QR, назначьте роли: казначей, картограф, спикер. Игра сама показывает событие пятилетки и считает итоги, поэтому расчёт занимает меньше времени. В конце спикеры называют три числа; пять уровней регионов с экрана итогов вводятся в табло. Если сеть не работает — раздайте бумажные листы.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" y="566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A13A2C"/>
                </a:solidFill>
                <a:latin typeface="Arial"/>
              </a:rPr>
              <a:t>ПРАКТИКА · ИГРА-СИМУЛЯТОР · 区域政策模拟游戏 · «ПЯТИЛЕТКА» · 五年规划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" y="896112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4213D"/>
                </a:solidFill>
                <a:latin typeface="Georgia"/>
              </a:rPr>
              <a:t>Играем на телефоне · 用手机玩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3816" y="1783080"/>
            <a:ext cx="4206240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DD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1965960"/>
            <a:ext cx="36576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5715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4213D"/>
                </a:solidFill>
                <a:latin typeface="Arial"/>
              </a:rPr>
              <a:t>dubtsov23.github.io/pyatiletka</a:t>
            </a:r>
          </a:p>
        </p:txBody>
      </p:sp>
      <p:sp>
        <p:nvSpPr>
          <p:cNvPr id="7" name="Oval 6"/>
          <p:cNvSpPr/>
          <p:nvPr/>
        </p:nvSpPr>
        <p:spPr>
          <a:xfrm>
            <a:off x="5486400" y="1828800"/>
            <a:ext cx="475488" cy="475488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7F5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92224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Один телефон на команду из 3–4 человек</a:t>
            </a:r>
          </a:p>
          <a:p>
            <a:r>
              <a:rPr sz="1500">
                <a:solidFill>
                  <a:srgbClr val="A13A2C"/>
                </a:solidFill>
                <a:latin typeface="Arial"/>
              </a:rPr>
              <a:t>每队一部手机，3–4 人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670048"/>
            <a:ext cx="475488" cy="475488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7F5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633472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Сканируйте QR-код камерой или в WeChat</a:t>
            </a:r>
          </a:p>
          <a:p>
            <a:r>
              <a:rPr sz="1500">
                <a:solidFill>
                  <a:srgbClr val="A13A2C"/>
                </a:solidFill>
                <a:latin typeface="Arial"/>
              </a:rPr>
              <a:t>用相机或微信扫描二维码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511296"/>
            <a:ext cx="475488" cy="475488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7F5F0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474720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Язык RU / 中文 и название команды</a:t>
            </a:r>
          </a:p>
          <a:p>
            <a:r>
              <a:rPr sz="1500">
                <a:solidFill>
                  <a:srgbClr val="A13A2C"/>
                </a:solidFill>
                <a:latin typeface="Arial"/>
              </a:rPr>
              <a:t>选择语言，输入队名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0" y="4352544"/>
            <a:ext cx="475488" cy="475488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7F5F0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315968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Игра сама покажет событие и посчитает итоги</a:t>
            </a:r>
          </a:p>
          <a:p>
            <a:r>
              <a:rPr sz="1500">
                <a:solidFill>
                  <a:srgbClr val="A13A2C"/>
                </a:solidFill>
                <a:latin typeface="Arial"/>
              </a:rPr>
              <a:t>游戏自动显示突发事件并计算结果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0" y="5193792"/>
            <a:ext cx="475488" cy="475488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7F5F0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157216"/>
            <a:ext cx="5394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Arial"/>
              </a:rPr>
              <a:t>Спикер называет Экономику, Разрыв, Индекс</a:t>
            </a:r>
          </a:p>
          <a:p>
            <a:r>
              <a:rPr sz="1500">
                <a:solidFill>
                  <a:srgbClr val="A13A2C"/>
                </a:solidFill>
                <a:latin typeface="Arial"/>
              </a:rPr>
              <a:t>发言人报出经济总量、地区差距和指数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6053328"/>
            <a:ext cx="5897880" cy="45720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300">
                <a:solidFill>
                  <a:srgbClr val="F7F5F0"/>
                </a:solidFill>
                <a:latin typeface="Arial"/>
              </a:rPr>
              <a:t>Нет сети — бумажный лист, правила те же · 没有网络就用纸质版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